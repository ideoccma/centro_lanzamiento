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8916" y="-2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9268B-FF91-3E93-494A-7A5EE4C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B86E21-4E0E-BB68-6A52-088494F22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F7001-E325-7959-04A7-8B658A34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C2B57-836F-9AEE-4529-48E9A8A6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07A36F-BA9C-F908-C9B5-80003B6F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848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C5B38-6E03-3055-2A9E-B14FB40D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9E77DE-3365-4276-85B7-B9084B858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4972FF-2826-EA0B-0875-0B15863B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6F5F3B-50A8-C12B-547D-92A2BEE8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EE387F-757E-4314-F25B-BA0F49C8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283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AD15B-E6AC-920A-6B28-BA56C043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7636C8-26D3-CBF3-8BF5-01EB6362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76089F-6C0E-E548-FEFE-ECEF731A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644528-5843-6FF1-C552-E05E6482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EB94E4-D982-057F-755F-744E3FD2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9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29649-158F-8A99-47E3-B00CA25A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E742FD-D753-3028-68A1-56DE47C45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DE3027-DEFA-729A-97CF-D6082D0D9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1BAFE-BDA3-CA19-D366-13BDBBF3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E10EF4-667E-C8C8-CC17-70D2B776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459303-A403-F791-9CD4-157C01AB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63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F7205-4637-1D27-428C-A388B45D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DD274F-B73C-4A6D-7DB8-D3512978F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C2326F-109B-9172-4AB6-8A812B2B9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6F0AA7-7D21-4A64-FB91-019F08FB5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263B82-7330-35AD-D3FB-4A77D1D37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B604B4-17C9-571F-DFBA-2C797CF7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540C2D-B855-9A28-1C4E-2D449224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0054CC-DED9-AB41-82CC-0E8C1E52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064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4A36E-2B23-0448-D4AB-66A41F59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882D54-37F6-2712-FCBE-7159BCB1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3DB9CDF-C8A2-81BE-2287-BCAC405F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15D62F-5C07-7849-0067-AE5794F9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179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AD05DF-2537-4239-792C-0FA74CBE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DAFBE8-FB50-9840-06BC-5EE4FD79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0ADB8-306E-5CD2-1BA1-2C6F6022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173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8896-930E-6E9A-A7DD-13942B69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C43BE6-3763-98E6-9D82-C4CF54F0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48EC3C-5717-FC9F-8AD2-CDDAB9ACF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4D0421-AE09-B545-9D6E-B087AB68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AD2FFC-913E-87CB-857B-385C822A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E8362B-DA37-EDDB-6A46-13290C9B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686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C37F6-E4C6-9F20-AAA8-878D512F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C1C4D6-F657-1E4A-4501-E0F0C94AB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68F49F-A7B3-30FC-8456-68305F8AD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86670A-93C1-5286-8313-FCE0B77C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0F9DF4-8CC8-B275-1F91-1DE00AD4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62D69C-4245-AE80-CDA2-8CDF2230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4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BA372-0981-8B2C-9973-3C9E2ED5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3F0BA7-DC47-B294-DE70-144923BFC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2C9466-3CAF-A7B0-1DAF-043891BA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F740A-9B80-B352-AFE4-1367447F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F997BC-C0AC-22AC-1895-263F43EB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14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B54D31-F4A1-A8C4-49C3-DBB7FCF7B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BB2B2E-9471-DA43-7BD2-CC9FDBAAF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728B42-6D99-B8DE-AD91-0BF23FAD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6A532-62EE-FC90-D452-E3BDDE02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B0518-879D-7FBE-3A4E-C1194C1D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24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580994-E297-CFD7-0A0F-6D98715C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C74F2B-1DB5-EACD-1777-03A2483D0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A2E963-DD7A-7AFF-767C-B65CD904A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7D237-5A78-4621-9BC2-D02F49C70372}" type="datetimeFigureOut">
              <a:rPr lang="es-CO" smtClean="0"/>
              <a:t>26/06/2026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CEA2A8-E381-3A32-CD11-209C609AD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60300B-3E42-5394-1111-941271604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9ED51-35E2-49F5-9315-13ABF88288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34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08276B4-526D-B5B5-4ED1-8C61ADF68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BA56BDA-902F-A0F4-FBFD-A36FAB76187D}"/>
              </a:ext>
            </a:extLst>
          </p:cNvPr>
          <p:cNvSpPr/>
          <p:nvPr/>
        </p:nvSpPr>
        <p:spPr>
          <a:xfrm>
            <a:off x="4206178" y="886052"/>
            <a:ext cx="8305800" cy="5431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BBBB019-087B-B46E-8300-BAFCF7D27523}"/>
              </a:ext>
            </a:extLst>
          </p:cNvPr>
          <p:cNvGrpSpPr/>
          <p:nvPr/>
        </p:nvGrpSpPr>
        <p:grpSpPr>
          <a:xfrm>
            <a:off x="3778195" y="2137324"/>
            <a:ext cx="2743200" cy="1311598"/>
            <a:chOff x="4724400" y="2193603"/>
            <a:chExt cx="2743200" cy="1311598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60584058-B508-66F9-D3DA-FB97BC776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118" y="2357437"/>
              <a:ext cx="1147764" cy="1147764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98BB698-EB6A-30FB-7310-660D0140C2E8}"/>
                </a:ext>
              </a:extLst>
            </p:cNvPr>
            <p:cNvSpPr txBox="1"/>
            <p:nvPr/>
          </p:nvSpPr>
          <p:spPr>
            <a:xfrm>
              <a:off x="4724400" y="2193603"/>
              <a:ext cx="27432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Ideo CCMA</a:t>
              </a:r>
              <a:endParaRPr lang="es-CO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AFB3FEF-70FB-7705-0521-D375F9DED84C}"/>
              </a:ext>
            </a:extLst>
          </p:cNvPr>
          <p:cNvGrpSpPr/>
          <p:nvPr/>
        </p:nvGrpSpPr>
        <p:grpSpPr>
          <a:xfrm>
            <a:off x="7514954" y="2980489"/>
            <a:ext cx="1093119" cy="537683"/>
            <a:chOff x="7514954" y="2980489"/>
            <a:chExt cx="1093119" cy="537683"/>
          </a:xfrm>
        </p:grpSpPr>
        <p:pic>
          <p:nvPicPr>
            <p:cNvPr id="10" name="Gráfico 9" descr="Cohete contorno">
              <a:extLst>
                <a:ext uri="{FF2B5EF4-FFF2-40B4-BE49-F238E27FC236}">
                  <a16:creationId xmlns:a16="http://schemas.microsoft.com/office/drawing/2014/main" id="{1969385A-D505-94B0-7A53-D47C4436F8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8916544">
              <a:off x="7867480" y="2980489"/>
              <a:ext cx="388066" cy="388066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AAB46C9E-940B-820D-219E-E959F641FA07}"/>
                </a:ext>
              </a:extLst>
            </p:cNvPr>
            <p:cNvSpPr txBox="1"/>
            <p:nvPr/>
          </p:nvSpPr>
          <p:spPr>
            <a:xfrm>
              <a:off x="7514954" y="3333506"/>
              <a:ext cx="109311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Ideo CCMA</a:t>
              </a:r>
              <a:endParaRPr lang="es-CO" sz="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5" name="Gráfico 14" descr="Bombilla con relleno sólido">
            <a:extLst>
              <a:ext uri="{FF2B5EF4-FFF2-40B4-BE49-F238E27FC236}">
                <a16:creationId xmlns:a16="http://schemas.microsoft.com/office/drawing/2014/main" id="{4D797956-1696-91FF-26D2-E5050D6D4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6354" y="3144838"/>
            <a:ext cx="457200" cy="4572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5D61709-234C-63A7-A0DF-545CB044C1AD}"/>
              </a:ext>
            </a:extLst>
          </p:cNvPr>
          <p:cNvSpPr txBox="1"/>
          <p:nvPr/>
        </p:nvSpPr>
        <p:spPr>
          <a:xfrm>
            <a:off x="6521395" y="3790706"/>
            <a:ext cx="10931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Ideo CCMA</a:t>
            </a:r>
            <a:endParaRPr lang="es-CO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3D4080E-642E-12BA-428E-37CF41E2DEDA}"/>
              </a:ext>
            </a:extLst>
          </p:cNvPr>
          <p:cNvSpPr txBox="1"/>
          <p:nvPr/>
        </p:nvSpPr>
        <p:spPr>
          <a:xfrm>
            <a:off x="6739794" y="3179232"/>
            <a:ext cx="10931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</a:t>
            </a:r>
            <a:endParaRPr lang="es-CO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Imagen 20" descr="Icono&#10;&#10;El contenido generado por IA puede ser incorrecto.">
            <a:extLst>
              <a:ext uri="{FF2B5EF4-FFF2-40B4-BE49-F238E27FC236}">
                <a16:creationId xmlns:a16="http://schemas.microsoft.com/office/drawing/2014/main" id="{8CAA0D73-E5EE-79C1-FFA2-D6D2FA04EE4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399" y="6024742"/>
            <a:ext cx="655022" cy="522186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1CB6237D-08F3-1663-09D7-BA3FE63E910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799" y="6177142"/>
            <a:ext cx="655022" cy="522186"/>
          </a:xfrm>
          <a:prstGeom prst="rect">
            <a:avLst/>
          </a:prstGeom>
        </p:spPr>
      </p:pic>
      <p:pic>
        <p:nvPicPr>
          <p:cNvPr id="25" name="Imagen 24" descr="Icono&#10;&#10;El contenido generado por IA puede ser incorrecto.">
            <a:extLst>
              <a:ext uri="{FF2B5EF4-FFF2-40B4-BE49-F238E27FC236}">
                <a16:creationId xmlns:a16="http://schemas.microsoft.com/office/drawing/2014/main" id="{6DB83819-9A66-612C-46D4-0E1B311D069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936" y="2868749"/>
            <a:ext cx="291891" cy="232697"/>
          </a:xfrm>
          <a:prstGeom prst="rect">
            <a:avLst/>
          </a:prstGeom>
        </p:spPr>
      </p:pic>
      <p:grpSp>
        <p:nvGrpSpPr>
          <p:cNvPr id="33" name="Grupo 32">
            <a:extLst>
              <a:ext uri="{FF2B5EF4-FFF2-40B4-BE49-F238E27FC236}">
                <a16:creationId xmlns:a16="http://schemas.microsoft.com/office/drawing/2014/main" id="{01DA3DC6-160A-0749-BAA5-1A8A762CA6BA}"/>
              </a:ext>
            </a:extLst>
          </p:cNvPr>
          <p:cNvGrpSpPr/>
          <p:nvPr/>
        </p:nvGrpSpPr>
        <p:grpSpPr>
          <a:xfrm>
            <a:off x="9552789" y="2674731"/>
            <a:ext cx="652762" cy="534344"/>
            <a:chOff x="9552789" y="2674731"/>
            <a:chExt cx="652762" cy="53434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266CE3A5-CBB3-631A-49C8-F54C11BCF5E1}"/>
                </a:ext>
              </a:extLst>
            </p:cNvPr>
            <p:cNvGrpSpPr/>
            <p:nvPr/>
          </p:nvGrpSpPr>
          <p:grpSpPr>
            <a:xfrm>
              <a:off x="9685154" y="2674731"/>
              <a:ext cx="388036" cy="388036"/>
              <a:chOff x="9023019" y="2625350"/>
              <a:chExt cx="665896" cy="665896"/>
            </a:xfrm>
          </p:grpSpPr>
          <p:pic>
            <p:nvPicPr>
              <p:cNvPr id="27" name="Gráfico 26" descr="Cohete contorno">
                <a:extLst>
                  <a:ext uri="{FF2B5EF4-FFF2-40B4-BE49-F238E27FC236}">
                    <a16:creationId xmlns:a16="http://schemas.microsoft.com/office/drawing/2014/main" id="{9111A653-ABFF-95C6-E5D3-D9D4DF9D9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8916544">
                <a:off x="9023019" y="2625350"/>
                <a:ext cx="665896" cy="665896"/>
              </a:xfrm>
              <a:prstGeom prst="rect">
                <a:avLst/>
              </a:prstGeom>
            </p:spPr>
          </p:pic>
          <p:pic>
            <p:nvPicPr>
              <p:cNvPr id="29" name="Imagen 2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52CE142F-38FB-80EA-125B-F1E36A03C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6873" y="2866920"/>
                <a:ext cx="172444" cy="137473"/>
              </a:xfrm>
              <a:prstGeom prst="rect">
                <a:avLst/>
              </a:prstGeom>
            </p:spPr>
          </p:pic>
        </p:grp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15BDE90E-E6A8-BDD0-8A79-E49F84AEAB79}"/>
                </a:ext>
              </a:extLst>
            </p:cNvPr>
            <p:cNvSpPr txBox="1"/>
            <p:nvPr/>
          </p:nvSpPr>
          <p:spPr>
            <a:xfrm>
              <a:off x="9552789" y="3024409"/>
              <a:ext cx="65276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Ideo CCMA</a:t>
              </a:r>
              <a:endParaRPr lang="es-CO" sz="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9642A48-E42F-9D80-BDF9-797771FBA746}"/>
              </a:ext>
            </a:extLst>
          </p:cNvPr>
          <p:cNvSpPr txBox="1"/>
          <p:nvPr/>
        </p:nvSpPr>
        <p:spPr>
          <a:xfrm>
            <a:off x="8869599" y="2315135"/>
            <a:ext cx="887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Transformación</a:t>
            </a:r>
            <a:endParaRPr lang="es-CO" sz="16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79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ADLaM Display</vt:lpstr>
      <vt:lpstr>Aptos</vt:lpstr>
      <vt:lpstr>Aptos Display</vt:lpstr>
      <vt:lpstr>Arial</vt:lpstr>
      <vt:lpstr>Segoe UI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Salinas Fernandez</dc:creator>
  <cp:lastModifiedBy>Esteban Salinas Fernandez</cp:lastModifiedBy>
  <cp:revision>1</cp:revision>
  <dcterms:created xsi:type="dcterms:W3CDTF">2026-06-26T16:45:23Z</dcterms:created>
  <dcterms:modified xsi:type="dcterms:W3CDTF">2026-06-26T17:16:24Z</dcterms:modified>
</cp:coreProperties>
</file>